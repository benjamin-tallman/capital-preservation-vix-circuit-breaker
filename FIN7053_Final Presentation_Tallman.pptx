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60" r:id="rId3"/>
    <p:sldId id="257" r:id="rId4"/>
    <p:sldId id="269" r:id="rId5"/>
    <p:sldId id="259" r:id="rId6"/>
    <p:sldId id="268" r:id="rId7"/>
    <p:sldId id="267" r:id="rId8"/>
    <p:sldId id="258" r:id="rId9"/>
    <p:sldId id="270" r:id="rId10"/>
    <p:sldId id="271" r:id="rId11"/>
    <p:sldId id="272" r:id="rId12"/>
    <p:sldId id="261" r:id="rId13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635DD7-A20A-485A-BEBF-8BA2737E83F6}" v="75" dt="2026-04-22T03:21:02.5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 Tallman" userId="09f3b45893bdc24b" providerId="LiveId" clId="{EACD580D-86DB-44C5-9B04-CE09647156DE}"/>
    <pc:docChg chg="undo custSel addSld delSld modSld sldOrd">
      <pc:chgData name="Benjamin Tallman" userId="09f3b45893bdc24b" providerId="LiveId" clId="{EACD580D-86DB-44C5-9B04-CE09647156DE}" dt="2026-04-22T03:21:40.899" v="5006" actId="255"/>
      <pc:docMkLst>
        <pc:docMk/>
      </pc:docMkLst>
      <pc:sldChg chg="modSp mod">
        <pc:chgData name="Benjamin Tallman" userId="09f3b45893bdc24b" providerId="LiveId" clId="{EACD580D-86DB-44C5-9B04-CE09647156DE}" dt="2026-04-21T00:21:13.030" v="197" actId="1076"/>
        <pc:sldMkLst>
          <pc:docMk/>
          <pc:sldMk cId="3219899234" sldId="256"/>
        </pc:sldMkLst>
        <pc:spChg chg="mod">
          <ac:chgData name="Benjamin Tallman" userId="09f3b45893bdc24b" providerId="LiveId" clId="{EACD580D-86DB-44C5-9B04-CE09647156DE}" dt="2026-04-21T00:21:13.030" v="197" actId="1076"/>
          <ac:spMkLst>
            <pc:docMk/>
            <pc:sldMk cId="3219899234" sldId="256"/>
            <ac:spMk id="2" creationId="{C66CA765-6E92-9FF4-CCB6-C62FF421231E}"/>
          </ac:spMkLst>
        </pc:spChg>
        <pc:spChg chg="mod">
          <ac:chgData name="Benjamin Tallman" userId="09f3b45893bdc24b" providerId="LiveId" clId="{EACD580D-86DB-44C5-9B04-CE09647156DE}" dt="2026-04-21T00:21:08.907" v="196" actId="1076"/>
          <ac:spMkLst>
            <pc:docMk/>
            <pc:sldMk cId="3219899234" sldId="256"/>
            <ac:spMk id="3" creationId="{39C12AC3-6FB5-E425-4D7C-AA4172EC9D69}"/>
          </ac:spMkLst>
        </pc:spChg>
      </pc:sldChg>
      <pc:sldChg chg="modSp mod">
        <pc:chgData name="Benjamin Tallman" userId="09f3b45893bdc24b" providerId="LiveId" clId="{EACD580D-86DB-44C5-9B04-CE09647156DE}" dt="2026-04-22T00:32:09" v="1551" actId="20577"/>
        <pc:sldMkLst>
          <pc:docMk/>
          <pc:sldMk cId="4069407676" sldId="257"/>
        </pc:sldMkLst>
        <pc:spChg chg="mod">
          <ac:chgData name="Benjamin Tallman" userId="09f3b45893bdc24b" providerId="LiveId" clId="{EACD580D-86DB-44C5-9B04-CE09647156DE}" dt="2026-04-22T00:31:48.352" v="1540" actId="255"/>
          <ac:spMkLst>
            <pc:docMk/>
            <pc:sldMk cId="4069407676" sldId="257"/>
            <ac:spMk id="2" creationId="{1EDD9EBE-C1A8-00E4-2F27-95B26E824CE4}"/>
          </ac:spMkLst>
        </pc:spChg>
        <pc:spChg chg="mod">
          <ac:chgData name="Benjamin Tallman" userId="09f3b45893bdc24b" providerId="LiveId" clId="{EACD580D-86DB-44C5-9B04-CE09647156DE}" dt="2026-04-22T00:32:09" v="1551" actId="20577"/>
          <ac:spMkLst>
            <pc:docMk/>
            <pc:sldMk cId="4069407676" sldId="257"/>
            <ac:spMk id="3" creationId="{45FE217B-CC88-A240-CAA0-E117CC002138}"/>
          </ac:spMkLst>
        </pc:spChg>
      </pc:sldChg>
      <pc:sldChg chg="addSp delSp modSp mod ord">
        <pc:chgData name="Benjamin Tallman" userId="09f3b45893bdc24b" providerId="LiveId" clId="{EACD580D-86DB-44C5-9B04-CE09647156DE}" dt="2026-04-22T02:18:52.695" v="3041" actId="1076"/>
        <pc:sldMkLst>
          <pc:docMk/>
          <pc:sldMk cId="1773875028" sldId="258"/>
        </pc:sldMkLst>
        <pc:spChg chg="mod">
          <ac:chgData name="Benjamin Tallman" userId="09f3b45893bdc24b" providerId="LiveId" clId="{EACD580D-86DB-44C5-9B04-CE09647156DE}" dt="2026-04-22T02:14:24.364" v="2962" actId="2711"/>
          <ac:spMkLst>
            <pc:docMk/>
            <pc:sldMk cId="1773875028" sldId="258"/>
            <ac:spMk id="2" creationId="{D414F46A-4FD3-5C4E-AE41-CE461DCD9EA4}"/>
          </ac:spMkLst>
        </pc:spChg>
        <pc:spChg chg="add del mod">
          <ac:chgData name="Benjamin Tallman" userId="09f3b45893bdc24b" providerId="LiveId" clId="{EACD580D-86DB-44C5-9B04-CE09647156DE}" dt="2026-04-22T02:18:48.314" v="3040" actId="1076"/>
          <ac:spMkLst>
            <pc:docMk/>
            <pc:sldMk cId="1773875028" sldId="258"/>
            <ac:spMk id="3" creationId="{5F3F5686-D351-687A-3C61-A2D8D9682810}"/>
          </ac:spMkLst>
        </pc:spChg>
        <pc:spChg chg="add mod">
          <ac:chgData name="Benjamin Tallman" userId="09f3b45893bdc24b" providerId="LiveId" clId="{EACD580D-86DB-44C5-9B04-CE09647156DE}" dt="2026-04-22T02:14:49.273" v="2964"/>
          <ac:spMkLst>
            <pc:docMk/>
            <pc:sldMk cId="1773875028" sldId="258"/>
            <ac:spMk id="4" creationId="{F55DA2C1-1705-7249-E59B-7A834418F158}"/>
          </ac:spMkLst>
        </pc:spChg>
        <pc:picChg chg="add del">
          <ac:chgData name="Benjamin Tallman" userId="09f3b45893bdc24b" providerId="LiveId" clId="{EACD580D-86DB-44C5-9B04-CE09647156DE}" dt="2026-04-22T02:17:52.300" v="3034" actId="478"/>
          <ac:picMkLst>
            <pc:docMk/>
            <pc:sldMk cId="1773875028" sldId="258"/>
            <ac:picMk id="6" creationId="{CF0F4E70-D98C-F4A5-59EA-A9A027DBBD4E}"/>
          </ac:picMkLst>
        </pc:picChg>
        <pc:picChg chg="add mod">
          <ac:chgData name="Benjamin Tallman" userId="09f3b45893bdc24b" providerId="LiveId" clId="{EACD580D-86DB-44C5-9B04-CE09647156DE}" dt="2026-04-22T02:18:52.695" v="3041" actId="1076"/>
          <ac:picMkLst>
            <pc:docMk/>
            <pc:sldMk cId="1773875028" sldId="258"/>
            <ac:picMk id="8" creationId="{91A2C694-65D7-7B27-CC2D-7FA89DEA8EA8}"/>
          </ac:picMkLst>
        </pc:picChg>
      </pc:sldChg>
      <pc:sldChg chg="addSp delSp modSp mod">
        <pc:chgData name="Benjamin Tallman" userId="09f3b45893bdc24b" providerId="LiveId" clId="{EACD580D-86DB-44C5-9B04-CE09647156DE}" dt="2026-04-22T03:02:46.057" v="4942" actId="20577"/>
        <pc:sldMkLst>
          <pc:docMk/>
          <pc:sldMk cId="2384906352" sldId="259"/>
        </pc:sldMkLst>
        <pc:spChg chg="del mod">
          <ac:chgData name="Benjamin Tallman" userId="09f3b45893bdc24b" providerId="LiveId" clId="{EACD580D-86DB-44C5-9B04-CE09647156DE}" dt="2026-04-22T01:16:23.755" v="2730" actId="478"/>
          <ac:spMkLst>
            <pc:docMk/>
            <pc:sldMk cId="2384906352" sldId="259"/>
            <ac:spMk id="2" creationId="{45674E87-87CC-69CB-A684-D9DFE3B2E4C9}"/>
          </ac:spMkLst>
        </pc:spChg>
        <pc:spChg chg="add mod">
          <ac:chgData name="Benjamin Tallman" userId="09f3b45893bdc24b" providerId="LiveId" clId="{EACD580D-86DB-44C5-9B04-CE09647156DE}" dt="2026-04-22T03:02:46.057" v="4942" actId="20577"/>
          <ac:spMkLst>
            <pc:docMk/>
            <pc:sldMk cId="2384906352" sldId="259"/>
            <ac:spMk id="3" creationId="{A29319A3-B8AE-1B46-82D8-61C871BDFB92}"/>
          </ac:spMkLst>
        </pc:spChg>
        <pc:spChg chg="add del mod">
          <ac:chgData name="Benjamin Tallman" userId="09f3b45893bdc24b" providerId="LiveId" clId="{EACD580D-86DB-44C5-9B04-CE09647156DE}" dt="2026-04-22T01:16:26.627" v="2731" actId="478"/>
          <ac:spMkLst>
            <pc:docMk/>
            <pc:sldMk cId="2384906352" sldId="259"/>
            <ac:spMk id="5" creationId="{730131AE-E429-A06F-5AD4-B48900859890}"/>
          </ac:spMkLst>
        </pc:spChg>
      </pc:sldChg>
      <pc:sldChg chg="modSp mod ord">
        <pc:chgData name="Benjamin Tallman" userId="09f3b45893bdc24b" providerId="LiveId" clId="{EACD580D-86DB-44C5-9B04-CE09647156DE}" dt="2026-04-22T00:31:33.365" v="1538" actId="122"/>
        <pc:sldMkLst>
          <pc:docMk/>
          <pc:sldMk cId="965190989" sldId="260"/>
        </pc:sldMkLst>
        <pc:spChg chg="mod">
          <ac:chgData name="Benjamin Tallman" userId="09f3b45893bdc24b" providerId="LiveId" clId="{EACD580D-86DB-44C5-9B04-CE09647156DE}" dt="2026-04-22T00:31:21.533" v="1536" actId="2711"/>
          <ac:spMkLst>
            <pc:docMk/>
            <pc:sldMk cId="965190989" sldId="260"/>
            <ac:spMk id="2" creationId="{A18D7592-F194-4AFE-DED1-86A74CC705EB}"/>
          </ac:spMkLst>
        </pc:spChg>
        <pc:spChg chg="mod">
          <ac:chgData name="Benjamin Tallman" userId="09f3b45893bdc24b" providerId="LiveId" clId="{EACD580D-86DB-44C5-9B04-CE09647156DE}" dt="2026-04-22T00:31:33.365" v="1538" actId="122"/>
          <ac:spMkLst>
            <pc:docMk/>
            <pc:sldMk cId="965190989" sldId="260"/>
            <ac:spMk id="3" creationId="{03947359-43C0-FBF9-27A3-DFB7A6EEA37F}"/>
          </ac:spMkLst>
        </pc:spChg>
      </pc:sldChg>
      <pc:sldChg chg="addSp modSp mod ord">
        <pc:chgData name="Benjamin Tallman" userId="09f3b45893bdc24b" providerId="LiveId" clId="{EACD580D-86DB-44C5-9B04-CE09647156DE}" dt="2026-04-22T03:21:40.899" v="5006" actId="255"/>
        <pc:sldMkLst>
          <pc:docMk/>
          <pc:sldMk cId="577088150" sldId="261"/>
        </pc:sldMkLst>
        <pc:spChg chg="mod">
          <ac:chgData name="Benjamin Tallman" userId="09f3b45893bdc24b" providerId="LiveId" clId="{EACD580D-86DB-44C5-9B04-CE09647156DE}" dt="2026-04-22T03:21:40.899" v="5006" actId="255"/>
          <ac:spMkLst>
            <pc:docMk/>
            <pc:sldMk cId="577088150" sldId="261"/>
            <ac:spMk id="2" creationId="{67879ECA-CF42-A772-B434-596386BDA4A9}"/>
          </ac:spMkLst>
        </pc:spChg>
        <pc:spChg chg="mod">
          <ac:chgData name="Benjamin Tallman" userId="09f3b45893bdc24b" providerId="LiveId" clId="{EACD580D-86DB-44C5-9B04-CE09647156DE}" dt="2026-04-22T03:21:35.415" v="5005" actId="27636"/>
          <ac:spMkLst>
            <pc:docMk/>
            <pc:sldMk cId="577088150" sldId="261"/>
            <ac:spMk id="3" creationId="{0EC94218-96C3-FC28-7302-46F64DFC5812}"/>
          </ac:spMkLst>
        </pc:spChg>
        <pc:spChg chg="add mod">
          <ac:chgData name="Benjamin Tallman" userId="09f3b45893bdc24b" providerId="LiveId" clId="{EACD580D-86DB-44C5-9B04-CE09647156DE}" dt="2026-04-22T03:21:09.942" v="4985" actId="2711"/>
          <ac:spMkLst>
            <pc:docMk/>
            <pc:sldMk cId="577088150" sldId="261"/>
            <ac:spMk id="5" creationId="{E85E97EF-AE7E-1116-E349-3D014DEBD8F1}"/>
          </ac:spMkLst>
        </pc:spChg>
      </pc:sldChg>
      <pc:sldChg chg="del">
        <pc:chgData name="Benjamin Tallman" userId="09f3b45893bdc24b" providerId="LiveId" clId="{EACD580D-86DB-44C5-9B04-CE09647156DE}" dt="2026-04-21T00:18:17.883" v="66" actId="47"/>
        <pc:sldMkLst>
          <pc:docMk/>
          <pc:sldMk cId="23698835" sldId="262"/>
        </pc:sldMkLst>
      </pc:sldChg>
      <pc:sldChg chg="del">
        <pc:chgData name="Benjamin Tallman" userId="09f3b45893bdc24b" providerId="LiveId" clId="{EACD580D-86DB-44C5-9B04-CE09647156DE}" dt="2026-04-21T00:18:17.883" v="66" actId="47"/>
        <pc:sldMkLst>
          <pc:docMk/>
          <pc:sldMk cId="154582214" sldId="263"/>
        </pc:sldMkLst>
      </pc:sldChg>
      <pc:sldChg chg="del">
        <pc:chgData name="Benjamin Tallman" userId="09f3b45893bdc24b" providerId="LiveId" clId="{EACD580D-86DB-44C5-9B04-CE09647156DE}" dt="2026-04-21T00:18:17.883" v="66" actId="47"/>
        <pc:sldMkLst>
          <pc:docMk/>
          <pc:sldMk cId="4172474906" sldId="264"/>
        </pc:sldMkLst>
      </pc:sldChg>
      <pc:sldChg chg="del">
        <pc:chgData name="Benjamin Tallman" userId="09f3b45893bdc24b" providerId="LiveId" clId="{EACD580D-86DB-44C5-9B04-CE09647156DE}" dt="2026-04-21T00:18:17.883" v="66" actId="47"/>
        <pc:sldMkLst>
          <pc:docMk/>
          <pc:sldMk cId="2325562082" sldId="265"/>
        </pc:sldMkLst>
      </pc:sldChg>
      <pc:sldChg chg="del">
        <pc:chgData name="Benjamin Tallman" userId="09f3b45893bdc24b" providerId="LiveId" clId="{EACD580D-86DB-44C5-9B04-CE09647156DE}" dt="2026-04-21T00:18:17.883" v="66" actId="47"/>
        <pc:sldMkLst>
          <pc:docMk/>
          <pc:sldMk cId="1728145568" sldId="266"/>
        </pc:sldMkLst>
      </pc:sldChg>
      <pc:sldChg chg="addSp delSp modSp add mod ord">
        <pc:chgData name="Benjamin Tallman" userId="09f3b45893bdc24b" providerId="LiveId" clId="{EACD580D-86DB-44C5-9B04-CE09647156DE}" dt="2026-04-22T02:13:47.411" v="2957" actId="27636"/>
        <pc:sldMkLst>
          <pc:docMk/>
          <pc:sldMk cId="1847460545" sldId="267"/>
        </pc:sldMkLst>
        <pc:spChg chg="del mod">
          <ac:chgData name="Benjamin Tallman" userId="09f3b45893bdc24b" providerId="LiveId" clId="{EACD580D-86DB-44C5-9B04-CE09647156DE}" dt="2026-04-22T02:08:08.328" v="2847" actId="478"/>
          <ac:spMkLst>
            <pc:docMk/>
            <pc:sldMk cId="1847460545" sldId="267"/>
            <ac:spMk id="2" creationId="{20C21211-EC23-C291-2139-1E63965A616D}"/>
          </ac:spMkLst>
        </pc:spChg>
        <pc:spChg chg="add mod">
          <ac:chgData name="Benjamin Tallman" userId="09f3b45893bdc24b" providerId="LiveId" clId="{EACD580D-86DB-44C5-9B04-CE09647156DE}" dt="2026-04-22T01:24:58.897" v="2797" actId="767"/>
          <ac:spMkLst>
            <pc:docMk/>
            <pc:sldMk cId="1847460545" sldId="267"/>
            <ac:spMk id="3" creationId="{A1FFD5AB-0B39-3D83-C244-B4050DAA9544}"/>
          </ac:spMkLst>
        </pc:spChg>
        <pc:spChg chg="add">
          <ac:chgData name="Benjamin Tallman" userId="09f3b45893bdc24b" providerId="LiveId" clId="{EACD580D-86DB-44C5-9B04-CE09647156DE}" dt="2026-04-22T01:24:56.428" v="2796"/>
          <ac:spMkLst>
            <pc:docMk/>
            <pc:sldMk cId="1847460545" sldId="267"/>
            <ac:spMk id="4" creationId="{4AA5F70F-E916-9814-57DE-0A2725205F98}"/>
          </ac:spMkLst>
        </pc:spChg>
        <pc:spChg chg="add">
          <ac:chgData name="Benjamin Tallman" userId="09f3b45893bdc24b" providerId="LiveId" clId="{EACD580D-86DB-44C5-9B04-CE09647156DE}" dt="2026-04-22T01:25:05.820" v="2798"/>
          <ac:spMkLst>
            <pc:docMk/>
            <pc:sldMk cId="1847460545" sldId="267"/>
            <ac:spMk id="5" creationId="{2685E699-7870-31B5-52B4-6A258B91A0DD}"/>
          </ac:spMkLst>
        </pc:spChg>
        <pc:spChg chg="add del mod">
          <ac:chgData name="Benjamin Tallman" userId="09f3b45893bdc24b" providerId="LiveId" clId="{EACD580D-86DB-44C5-9B04-CE09647156DE}" dt="2026-04-22T01:25:34.220" v="2805" actId="478"/>
          <ac:spMkLst>
            <pc:docMk/>
            <pc:sldMk cId="1847460545" sldId="267"/>
            <ac:spMk id="6" creationId="{5C12337F-BF70-E40E-0968-964A3ABC8F46}"/>
          </ac:spMkLst>
        </pc:spChg>
        <pc:spChg chg="add">
          <ac:chgData name="Benjamin Tallman" userId="09f3b45893bdc24b" providerId="LiveId" clId="{EACD580D-86DB-44C5-9B04-CE09647156DE}" dt="2026-04-22T01:25:14.252" v="2801"/>
          <ac:spMkLst>
            <pc:docMk/>
            <pc:sldMk cId="1847460545" sldId="267"/>
            <ac:spMk id="7" creationId="{F61CF3F4-2698-12AB-DB74-BD523606FC87}"/>
          </ac:spMkLst>
        </pc:spChg>
        <pc:spChg chg="add mod">
          <ac:chgData name="Benjamin Tallman" userId="09f3b45893bdc24b" providerId="LiveId" clId="{EACD580D-86DB-44C5-9B04-CE09647156DE}" dt="2026-04-22T01:25:28.920" v="2804" actId="20578"/>
          <ac:spMkLst>
            <pc:docMk/>
            <pc:sldMk cId="1847460545" sldId="267"/>
            <ac:spMk id="15" creationId="{BEECF722-AE8C-2A78-4BE6-0560B7394A5D}"/>
          </ac:spMkLst>
        </pc:spChg>
        <pc:spChg chg="add del mod">
          <ac:chgData name="Benjamin Tallman" userId="09f3b45893bdc24b" providerId="LiveId" clId="{EACD580D-86DB-44C5-9B04-CE09647156DE}" dt="2026-04-22T02:02:31.558" v="2819"/>
          <ac:spMkLst>
            <pc:docMk/>
            <pc:sldMk cId="1847460545" sldId="267"/>
            <ac:spMk id="17" creationId="{26A11CE3-ECF2-C09E-3683-DC1A65FF5B93}"/>
          </ac:spMkLst>
        </pc:spChg>
        <pc:spChg chg="add del mod">
          <ac:chgData name="Benjamin Tallman" userId="09f3b45893bdc24b" providerId="LiveId" clId="{EACD580D-86DB-44C5-9B04-CE09647156DE}" dt="2026-04-22T02:07:59.131" v="2844" actId="478"/>
          <ac:spMkLst>
            <pc:docMk/>
            <pc:sldMk cId="1847460545" sldId="267"/>
            <ac:spMk id="21" creationId="{32A074E9-8087-5BCE-94A0-E1A417B0A915}"/>
          </ac:spMkLst>
        </pc:spChg>
        <pc:spChg chg="add">
          <ac:chgData name="Benjamin Tallman" userId="09f3b45893bdc24b" providerId="LiveId" clId="{EACD580D-86DB-44C5-9B04-CE09647156DE}" dt="2026-04-22T02:06:47.293" v="2821"/>
          <ac:spMkLst>
            <pc:docMk/>
            <pc:sldMk cId="1847460545" sldId="267"/>
            <ac:spMk id="22" creationId="{7CB242EC-5F06-8087-C9D2-70869309DD51}"/>
          </ac:spMkLst>
        </pc:spChg>
        <pc:spChg chg="add mod">
          <ac:chgData name="Benjamin Tallman" userId="09f3b45893bdc24b" providerId="LiveId" clId="{EACD580D-86DB-44C5-9B04-CE09647156DE}" dt="2026-04-22T02:13:47.411" v="2957" actId="27636"/>
          <ac:spMkLst>
            <pc:docMk/>
            <pc:sldMk cId="1847460545" sldId="267"/>
            <ac:spMk id="23" creationId="{EDF23052-4B4B-3599-E643-52C9889F5122}"/>
          </ac:spMkLst>
        </pc:spChg>
        <pc:spChg chg="add del mod">
          <ac:chgData name="Benjamin Tallman" userId="09f3b45893bdc24b" providerId="LiveId" clId="{EACD580D-86DB-44C5-9B04-CE09647156DE}" dt="2026-04-22T02:08:10.672" v="2848" actId="478"/>
          <ac:spMkLst>
            <pc:docMk/>
            <pc:sldMk cId="1847460545" sldId="267"/>
            <ac:spMk id="25" creationId="{F11A51FB-437D-9CE3-7E49-71AA65C57A70}"/>
          </ac:spMkLst>
        </pc:spChg>
      </pc:sldChg>
      <pc:sldChg chg="addSp delSp modSp add mod ord">
        <pc:chgData name="Benjamin Tallman" userId="09f3b45893bdc24b" providerId="LiveId" clId="{EACD580D-86DB-44C5-9B04-CE09647156DE}" dt="2026-04-22T02:10:07.938" v="2852" actId="20577"/>
        <pc:sldMkLst>
          <pc:docMk/>
          <pc:sldMk cId="101251981" sldId="268"/>
        </pc:sldMkLst>
        <pc:spChg chg="mod">
          <ac:chgData name="Benjamin Tallman" userId="09f3b45893bdc24b" providerId="LiveId" clId="{EACD580D-86DB-44C5-9B04-CE09647156DE}" dt="2026-04-22T01:21:37.774" v="2747" actId="2711"/>
          <ac:spMkLst>
            <pc:docMk/>
            <pc:sldMk cId="101251981" sldId="268"/>
            <ac:spMk id="2" creationId="{5849810C-BB10-A5B7-D24C-2B63257D8029}"/>
          </ac:spMkLst>
        </pc:spChg>
        <pc:spChg chg="add del mod">
          <ac:chgData name="Benjamin Tallman" userId="09f3b45893bdc24b" providerId="LiveId" clId="{EACD580D-86DB-44C5-9B04-CE09647156DE}" dt="2026-04-22T02:10:07.938" v="2852" actId="20577"/>
          <ac:spMkLst>
            <pc:docMk/>
            <pc:sldMk cId="101251981" sldId="268"/>
            <ac:spMk id="3" creationId="{E543093A-D4F7-731D-C7D8-B8BD3322904E}"/>
          </ac:spMkLst>
        </pc:spChg>
        <pc:spChg chg="add mod">
          <ac:chgData name="Benjamin Tallman" userId="09f3b45893bdc24b" providerId="LiveId" clId="{EACD580D-86DB-44C5-9B04-CE09647156DE}" dt="2026-04-22T01:21:08.661" v="2742"/>
          <ac:spMkLst>
            <pc:docMk/>
            <pc:sldMk cId="101251981" sldId="268"/>
            <ac:spMk id="4" creationId="{126F0756-6667-0033-2183-32C5EAC3DE5A}"/>
          </ac:spMkLst>
        </pc:spChg>
      </pc:sldChg>
      <pc:sldChg chg="modSp add mod">
        <pc:chgData name="Benjamin Tallman" userId="09f3b45893bdc24b" providerId="LiveId" clId="{EACD580D-86DB-44C5-9B04-CE09647156DE}" dt="2026-04-22T03:01:41.226" v="4925" actId="1076"/>
        <pc:sldMkLst>
          <pc:docMk/>
          <pc:sldMk cId="2889791400" sldId="269"/>
        </pc:sldMkLst>
        <pc:spChg chg="mod">
          <ac:chgData name="Benjamin Tallman" userId="09f3b45893bdc24b" providerId="LiveId" clId="{EACD580D-86DB-44C5-9B04-CE09647156DE}" dt="2026-04-22T03:01:29.959" v="4923" actId="14100"/>
          <ac:spMkLst>
            <pc:docMk/>
            <pc:sldMk cId="2889791400" sldId="269"/>
            <ac:spMk id="2" creationId="{38CD9A2F-F4A7-17DD-5D7C-3995B44E97BC}"/>
          </ac:spMkLst>
        </pc:spChg>
        <pc:spChg chg="mod">
          <ac:chgData name="Benjamin Tallman" userId="09f3b45893bdc24b" providerId="LiveId" clId="{EACD580D-86DB-44C5-9B04-CE09647156DE}" dt="2026-04-22T03:01:41.226" v="4925" actId="1076"/>
          <ac:spMkLst>
            <pc:docMk/>
            <pc:sldMk cId="2889791400" sldId="269"/>
            <ac:spMk id="3" creationId="{01860933-65C0-226C-E7E0-B44050446423}"/>
          </ac:spMkLst>
        </pc:spChg>
      </pc:sldChg>
      <pc:sldChg chg="modSp add mod ord">
        <pc:chgData name="Benjamin Tallman" userId="09f3b45893bdc24b" providerId="LiveId" clId="{EACD580D-86DB-44C5-9B04-CE09647156DE}" dt="2026-04-22T02:22:18.576" v="3125" actId="20577"/>
        <pc:sldMkLst>
          <pc:docMk/>
          <pc:sldMk cId="1408350611" sldId="270"/>
        </pc:sldMkLst>
        <pc:spChg chg="mod">
          <ac:chgData name="Benjamin Tallman" userId="09f3b45893bdc24b" providerId="LiveId" clId="{EACD580D-86DB-44C5-9B04-CE09647156DE}" dt="2026-04-22T02:21:54.385" v="3106" actId="14100"/>
          <ac:spMkLst>
            <pc:docMk/>
            <pc:sldMk cId="1408350611" sldId="270"/>
            <ac:spMk id="2" creationId="{E70F2B6B-36C9-6485-1753-48A33DA23979}"/>
          </ac:spMkLst>
        </pc:spChg>
        <pc:spChg chg="mod">
          <ac:chgData name="Benjamin Tallman" userId="09f3b45893bdc24b" providerId="LiveId" clId="{EACD580D-86DB-44C5-9B04-CE09647156DE}" dt="2026-04-22T02:22:18.576" v="3125" actId="20577"/>
          <ac:spMkLst>
            <pc:docMk/>
            <pc:sldMk cId="1408350611" sldId="270"/>
            <ac:spMk id="3" creationId="{58BD341E-E97B-F0CE-F210-EC33ECFBBE59}"/>
          </ac:spMkLst>
        </pc:spChg>
      </pc:sldChg>
      <pc:sldChg chg="addSp delSp add del setBg delDesignElem">
        <pc:chgData name="Benjamin Tallman" userId="09f3b45893bdc24b" providerId="LiveId" clId="{EACD580D-86DB-44C5-9B04-CE09647156DE}" dt="2026-04-21T00:18:31.379" v="71"/>
        <pc:sldMkLst>
          <pc:docMk/>
          <pc:sldMk cId="2827996212" sldId="270"/>
        </pc:sldMkLst>
        <pc:spChg chg="add del">
          <ac:chgData name="Benjamin Tallman" userId="09f3b45893bdc24b" providerId="LiveId" clId="{EACD580D-86DB-44C5-9B04-CE09647156DE}" dt="2026-04-21T00:18:31.379" v="71"/>
          <ac:spMkLst>
            <pc:docMk/>
            <pc:sldMk cId="2827996212" sldId="270"/>
            <ac:spMk id="8" creationId="{A99495FC-AAF4-6077-B785-7D20DBB9606D}"/>
          </ac:spMkLst>
        </pc:spChg>
        <pc:spChg chg="add del">
          <ac:chgData name="Benjamin Tallman" userId="09f3b45893bdc24b" providerId="LiveId" clId="{EACD580D-86DB-44C5-9B04-CE09647156DE}" dt="2026-04-21T00:18:31.379" v="71"/>
          <ac:spMkLst>
            <pc:docMk/>
            <pc:sldMk cId="2827996212" sldId="270"/>
            <ac:spMk id="10" creationId="{4227891F-CFAB-D23B-997D-44B852DFFF16}"/>
          </ac:spMkLst>
        </pc:spChg>
        <pc:grpChg chg="add del">
          <ac:chgData name="Benjamin Tallman" userId="09f3b45893bdc24b" providerId="LiveId" clId="{EACD580D-86DB-44C5-9B04-CE09647156DE}" dt="2026-04-21T00:18:31.379" v="71"/>
          <ac:grpSpMkLst>
            <pc:docMk/>
            <pc:sldMk cId="2827996212" sldId="270"/>
            <ac:grpSpMk id="12" creationId="{3F31E996-26A7-268E-E0E5-355037AB23BB}"/>
          </ac:grpSpMkLst>
        </pc:grpChg>
      </pc:sldChg>
      <pc:sldChg chg="addSp delSp add del setBg delDesignElem">
        <pc:chgData name="Benjamin Tallman" userId="09f3b45893bdc24b" providerId="LiveId" clId="{EACD580D-86DB-44C5-9B04-CE09647156DE}" dt="2026-04-21T00:18:31.379" v="71"/>
        <pc:sldMkLst>
          <pc:docMk/>
          <pc:sldMk cId="944474724" sldId="271"/>
        </pc:sldMkLst>
        <pc:spChg chg="add del">
          <ac:chgData name="Benjamin Tallman" userId="09f3b45893bdc24b" providerId="LiveId" clId="{EACD580D-86DB-44C5-9B04-CE09647156DE}" dt="2026-04-21T00:18:31.379" v="71"/>
          <ac:spMkLst>
            <pc:docMk/>
            <pc:sldMk cId="944474724" sldId="271"/>
            <ac:spMk id="16" creationId="{8BA3BB42-03D5-9158-3522-AD92010F8D6D}"/>
          </ac:spMkLst>
        </pc:spChg>
        <pc:spChg chg="add del">
          <ac:chgData name="Benjamin Tallman" userId="09f3b45893bdc24b" providerId="LiveId" clId="{EACD580D-86DB-44C5-9B04-CE09647156DE}" dt="2026-04-21T00:18:31.379" v="71"/>
          <ac:spMkLst>
            <pc:docMk/>
            <pc:sldMk cId="944474724" sldId="271"/>
            <ac:spMk id="18" creationId="{8E2F7C31-6538-265A-6ED9-808EC964CC9F}"/>
          </ac:spMkLst>
        </pc:spChg>
        <pc:spChg chg="add del">
          <ac:chgData name="Benjamin Tallman" userId="09f3b45893bdc24b" providerId="LiveId" clId="{EACD580D-86DB-44C5-9B04-CE09647156DE}" dt="2026-04-21T00:18:31.379" v="71"/>
          <ac:spMkLst>
            <pc:docMk/>
            <pc:sldMk cId="944474724" sldId="271"/>
            <ac:spMk id="20" creationId="{869866E5-D714-C9AE-E932-2C6CCFF74D11}"/>
          </ac:spMkLst>
        </pc:spChg>
        <pc:grpChg chg="add del">
          <ac:chgData name="Benjamin Tallman" userId="09f3b45893bdc24b" providerId="LiveId" clId="{EACD580D-86DB-44C5-9B04-CE09647156DE}" dt="2026-04-21T00:18:31.379" v="71"/>
          <ac:grpSpMkLst>
            <pc:docMk/>
            <pc:sldMk cId="944474724" sldId="271"/>
            <ac:grpSpMk id="8" creationId="{7AA58824-20D2-04EA-5A4E-558A51A345D1}"/>
          </ac:grpSpMkLst>
        </pc:grpChg>
      </pc:sldChg>
      <pc:sldChg chg="addSp modSp add mod ord">
        <pc:chgData name="Benjamin Tallman" userId="09f3b45893bdc24b" providerId="LiveId" clId="{EACD580D-86DB-44C5-9B04-CE09647156DE}" dt="2026-04-22T02:41:58.485" v="3691" actId="14100"/>
        <pc:sldMkLst>
          <pc:docMk/>
          <pc:sldMk cId="3365899496" sldId="271"/>
        </pc:sldMkLst>
        <pc:spChg chg="mod">
          <ac:chgData name="Benjamin Tallman" userId="09f3b45893bdc24b" providerId="LiveId" clId="{EACD580D-86DB-44C5-9B04-CE09647156DE}" dt="2026-04-22T02:23:14.416" v="3132" actId="1076"/>
          <ac:spMkLst>
            <pc:docMk/>
            <pc:sldMk cId="3365899496" sldId="271"/>
            <ac:spMk id="2" creationId="{6F86D6CE-F0E0-E31B-653D-9865ED23D990}"/>
          </ac:spMkLst>
        </pc:spChg>
        <pc:spChg chg="add mod">
          <ac:chgData name="Benjamin Tallman" userId="09f3b45893bdc24b" providerId="LiveId" clId="{EACD580D-86DB-44C5-9B04-CE09647156DE}" dt="2026-04-22T02:41:35.728" v="3688" actId="1076"/>
          <ac:spMkLst>
            <pc:docMk/>
            <pc:sldMk cId="3365899496" sldId="271"/>
            <ac:spMk id="7" creationId="{9F20EC7E-455A-FD95-88F5-502912B67E75}"/>
          </ac:spMkLst>
        </pc:spChg>
        <pc:picChg chg="add mod">
          <ac:chgData name="Benjamin Tallman" userId="09f3b45893bdc24b" providerId="LiveId" clId="{EACD580D-86DB-44C5-9B04-CE09647156DE}" dt="2026-04-22T02:41:58.485" v="3691" actId="14100"/>
          <ac:picMkLst>
            <pc:docMk/>
            <pc:sldMk cId="3365899496" sldId="271"/>
            <ac:picMk id="4" creationId="{40104D97-7A38-5B50-6961-4E4C867E9191}"/>
          </ac:picMkLst>
        </pc:picChg>
        <pc:picChg chg="add mod">
          <ac:chgData name="Benjamin Tallman" userId="09f3b45893bdc24b" providerId="LiveId" clId="{EACD580D-86DB-44C5-9B04-CE09647156DE}" dt="2026-04-22T02:41:48.075" v="3689" actId="1076"/>
          <ac:picMkLst>
            <pc:docMk/>
            <pc:sldMk cId="3365899496" sldId="271"/>
            <ac:picMk id="6" creationId="{3D037C7F-1CF4-A3BA-6668-03D2F546AD89}"/>
          </ac:picMkLst>
        </pc:picChg>
      </pc:sldChg>
      <pc:sldChg chg="addSp delSp add del setBg delDesignElem">
        <pc:chgData name="Benjamin Tallman" userId="09f3b45893bdc24b" providerId="LiveId" clId="{EACD580D-86DB-44C5-9B04-CE09647156DE}" dt="2026-04-21T00:18:31.379" v="71"/>
        <pc:sldMkLst>
          <pc:docMk/>
          <pc:sldMk cId="160894545" sldId="272"/>
        </pc:sldMkLst>
        <pc:spChg chg="add del">
          <ac:chgData name="Benjamin Tallman" userId="09f3b45893bdc24b" providerId="LiveId" clId="{EACD580D-86DB-44C5-9B04-CE09647156DE}" dt="2026-04-21T00:18:31.379" v="71"/>
          <ac:spMkLst>
            <pc:docMk/>
            <pc:sldMk cId="160894545" sldId="272"/>
            <ac:spMk id="24" creationId="{9B1B8981-6121-7E6B-0853-8641974644E9}"/>
          </ac:spMkLst>
        </pc:spChg>
        <pc:spChg chg="add del">
          <ac:chgData name="Benjamin Tallman" userId="09f3b45893bdc24b" providerId="LiveId" clId="{EACD580D-86DB-44C5-9B04-CE09647156DE}" dt="2026-04-21T00:18:31.379" v="71"/>
          <ac:spMkLst>
            <pc:docMk/>
            <pc:sldMk cId="160894545" sldId="272"/>
            <ac:spMk id="25" creationId="{4E48E736-8FBF-BC0B-0223-890EA9395E5A}"/>
          </ac:spMkLst>
        </pc:spChg>
        <pc:grpChg chg="add del">
          <ac:chgData name="Benjamin Tallman" userId="09f3b45893bdc24b" providerId="LiveId" clId="{EACD580D-86DB-44C5-9B04-CE09647156DE}" dt="2026-04-21T00:18:31.379" v="71"/>
          <ac:grpSpMkLst>
            <pc:docMk/>
            <pc:sldMk cId="160894545" sldId="272"/>
            <ac:grpSpMk id="26" creationId="{6D9C4637-E11E-4B3B-780D-0F89A38735D3}"/>
          </ac:grpSpMkLst>
        </pc:grpChg>
      </pc:sldChg>
      <pc:sldChg chg="addSp delSp modSp add mod ord">
        <pc:chgData name="Benjamin Tallman" userId="09f3b45893bdc24b" providerId="LiveId" clId="{EACD580D-86DB-44C5-9B04-CE09647156DE}" dt="2026-04-22T02:58:47.037" v="4892" actId="1076"/>
        <pc:sldMkLst>
          <pc:docMk/>
          <pc:sldMk cId="4102422967" sldId="272"/>
        </pc:sldMkLst>
        <pc:spChg chg="mod">
          <ac:chgData name="Benjamin Tallman" userId="09f3b45893bdc24b" providerId="LiveId" clId="{EACD580D-86DB-44C5-9B04-CE09647156DE}" dt="2026-04-22T02:48:50.150" v="4020" actId="20577"/>
          <ac:spMkLst>
            <pc:docMk/>
            <pc:sldMk cId="4102422967" sldId="272"/>
            <ac:spMk id="2" creationId="{4D0AB385-8B38-98D9-4580-CB45A7ECC269}"/>
          </ac:spMkLst>
        </pc:spChg>
        <pc:spChg chg="mod">
          <ac:chgData name="Benjamin Tallman" userId="09f3b45893bdc24b" providerId="LiveId" clId="{EACD580D-86DB-44C5-9B04-CE09647156DE}" dt="2026-04-22T02:58:44.768" v="4891" actId="27636"/>
          <ac:spMkLst>
            <pc:docMk/>
            <pc:sldMk cId="4102422967" sldId="272"/>
            <ac:spMk id="3" creationId="{9DA7677E-1412-88D3-9436-B78896C92B97}"/>
          </ac:spMkLst>
        </pc:spChg>
        <pc:spChg chg="add mod">
          <ac:chgData name="Benjamin Tallman" userId="09f3b45893bdc24b" providerId="LiveId" clId="{EACD580D-86DB-44C5-9B04-CE09647156DE}" dt="2026-04-22T02:58:47.037" v="4892" actId="1076"/>
          <ac:spMkLst>
            <pc:docMk/>
            <pc:sldMk cId="4102422967" sldId="272"/>
            <ac:spMk id="7" creationId="{A584F64C-04AF-0AC1-31BC-02BF715B1C22}"/>
          </ac:spMkLst>
        </pc:spChg>
        <pc:graphicFrameChg chg="add del mod modGraphic">
          <ac:chgData name="Benjamin Tallman" userId="09f3b45893bdc24b" providerId="LiveId" clId="{EACD580D-86DB-44C5-9B04-CE09647156DE}" dt="2026-04-22T02:46:35.298" v="3940" actId="3680"/>
          <ac:graphicFrameMkLst>
            <pc:docMk/>
            <pc:sldMk cId="4102422967" sldId="272"/>
            <ac:graphicFrameMk id="4" creationId="{3BB2047A-410F-80DA-46BF-331D56AE6015}"/>
          </ac:graphicFrameMkLst>
        </pc:graphicFrameChg>
        <pc:graphicFrameChg chg="add mod">
          <ac:chgData name="Benjamin Tallman" userId="09f3b45893bdc24b" providerId="LiveId" clId="{EACD580D-86DB-44C5-9B04-CE09647156DE}" dt="2026-04-22T02:44:54.246" v="3907"/>
          <ac:graphicFrameMkLst>
            <pc:docMk/>
            <pc:sldMk cId="4102422967" sldId="272"/>
            <ac:graphicFrameMk id="5" creationId="{7478F52C-FA8F-A288-044A-53C9F0412D1F}"/>
          </ac:graphicFrameMkLst>
        </pc:graphicFrameChg>
        <pc:graphicFrameChg chg="add mod modGraphic">
          <ac:chgData name="Benjamin Tallman" userId="09f3b45893bdc24b" providerId="LiveId" clId="{EACD580D-86DB-44C5-9B04-CE09647156DE}" dt="2026-04-22T02:49:00.062" v="4022" actId="1076"/>
          <ac:graphicFrameMkLst>
            <pc:docMk/>
            <pc:sldMk cId="4102422967" sldId="272"/>
            <ac:graphicFrameMk id="6" creationId="{DA304959-64E1-1A34-4D58-6094BAD6BEC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1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99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63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15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5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0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1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0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79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6773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6952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867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062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80796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7793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98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193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DA38F49-B3E2-4BF0-BEC7-C30D34ABBB8D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3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-org.uc.idm.oclc.org/10.1111/j.1540-6261.1993.tb04702.x" TargetMode="External"/><Relationship Id="rId2" Type="http://schemas.openxmlformats.org/officeDocument/2006/relationships/hyperlink" Target="https://doi.org/10.1111/j.1540-6261.1996.tb05202.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benjamin-tallman/Capital-Preservation-VIX-Circuit-Break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CA765-6E92-9FF4-CCB6-C62FF4212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7382" y="0"/>
            <a:ext cx="4838818" cy="3224045"/>
          </a:xfrm>
        </p:spPr>
        <p:txBody>
          <a:bodyPr anchor="b">
            <a:normAutofit/>
          </a:bodyPr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FIN7053 – Algorithmic Trading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Benjamin Tallman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C12AC3-6FB5-E425-4D7C-AA4172EC9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7382" y="5589489"/>
            <a:ext cx="4308672" cy="1172408"/>
          </a:xfrm>
        </p:spPr>
        <p:txBody>
          <a:bodyPr anchor="t">
            <a:normAutofit/>
          </a:bodyPr>
          <a:lstStyle/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2026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Mehmet Saglam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B65FCF-F569-A6F6-2313-ED3CC11EC4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47" r="-1" b="-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99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94613-5F06-3FA8-16B1-CD616C4A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D7592-F194-4AFE-DED1-86A74CC70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954" y="667693"/>
            <a:ext cx="10493424" cy="1752599"/>
          </a:xfrm>
        </p:spPr>
        <p:txBody>
          <a:bodyPr>
            <a:no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Momentum-Driven </a:t>
            </a:r>
            <a:b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Preservation Portfolio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47359-43C0-FBF9-27A3-DFB7A6EEA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Capturing equity returns with systematic downside protection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190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643778-7F6C-4E8D-84D1-D5CDB992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22F88D-6907-48AF-B024-346E855E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DD9EBE-C1A8-00E4-2F27-95B26E824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2" y="685801"/>
            <a:ext cx="2743200" cy="5105400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Gap to Fill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42748-48B5-4DD0-A06A-A31C74024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E217B-CC88-A240-CAA0-E117CC002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106" y="685801"/>
            <a:ext cx="6385918" cy="51054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Investors within 10 years of expected retirement may still want equity exposure in a portion of their portfolio.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timespan within 10 years of retirement presents a risk consideration where investors will want draw-down protection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and market cycles may be cyclical, but the timing of those cycles is unpredictable.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Cautious investors need systematic risk reduction coupled with safe equity exposure. </a:t>
            </a:r>
          </a:p>
        </p:txBody>
      </p:sp>
    </p:spTree>
    <p:extLst>
      <p:ext uri="{BB962C8B-B14F-4D97-AF65-F5344CB8AC3E}">
        <p14:creationId xmlns:p14="http://schemas.microsoft.com/office/powerpoint/2010/main" val="4069407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A06D2-9C3C-074B-0D6D-1C057EB91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A36DDAA-3FF0-E679-CC1B-5D596206F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D01106E3-6B97-7293-EAF8-5B13B87CE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7083" y="0"/>
            <a:ext cx="11134917" cy="6858000"/>
          </a:xfrm>
          <a:custGeom>
            <a:avLst/>
            <a:gdLst>
              <a:gd name="connsiteX0" fmla="*/ 7627977 w 11134917"/>
              <a:gd name="connsiteY0" fmla="*/ 0 h 6858000"/>
              <a:gd name="connsiteX1" fmla="*/ 8129873 w 11134917"/>
              <a:gd name="connsiteY1" fmla="*/ 0 h 6858000"/>
              <a:gd name="connsiteX2" fmla="*/ 11134917 w 11134917"/>
              <a:gd name="connsiteY2" fmla="*/ 0 h 6858000"/>
              <a:gd name="connsiteX3" fmla="*/ 11134917 w 11134917"/>
              <a:gd name="connsiteY3" fmla="*/ 6858000 h 6858000"/>
              <a:gd name="connsiteX4" fmla="*/ 8129873 w 11134917"/>
              <a:gd name="connsiteY4" fmla="*/ 6858000 h 6858000"/>
              <a:gd name="connsiteX5" fmla="*/ 7627977 w 11134917"/>
              <a:gd name="connsiteY5" fmla="*/ 6858000 h 6858000"/>
              <a:gd name="connsiteX6" fmla="*/ 7627977 w 11134917"/>
              <a:gd name="connsiteY6" fmla="*/ 6857419 h 6858000"/>
              <a:gd name="connsiteX7" fmla="*/ 1921931 w 11134917"/>
              <a:gd name="connsiteY7" fmla="*/ 6850814 h 6858000"/>
              <a:gd name="connsiteX8" fmla="*/ 0 w 11134917"/>
              <a:gd name="connsiteY8" fmla="*/ 5325357 h 6858000"/>
              <a:gd name="connsiteX9" fmla="*/ 838199 w 11134917"/>
              <a:gd name="connsiteY9" fmla="*/ 7331 h 6858000"/>
              <a:gd name="connsiteX10" fmla="*/ 7627977 w 11134917"/>
              <a:gd name="connsiteY10" fmla="*/ 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134917" h="6858000">
                <a:moveTo>
                  <a:pt x="7627977" y="0"/>
                </a:moveTo>
                <a:lnTo>
                  <a:pt x="8129873" y="0"/>
                </a:lnTo>
                <a:lnTo>
                  <a:pt x="11134917" y="0"/>
                </a:lnTo>
                <a:lnTo>
                  <a:pt x="11134917" y="6858000"/>
                </a:lnTo>
                <a:lnTo>
                  <a:pt x="8129873" y="6858000"/>
                </a:lnTo>
                <a:lnTo>
                  <a:pt x="7627977" y="6858000"/>
                </a:lnTo>
                <a:lnTo>
                  <a:pt x="7627977" y="6857419"/>
                </a:lnTo>
                <a:lnTo>
                  <a:pt x="1921931" y="6850814"/>
                </a:lnTo>
                <a:lnTo>
                  <a:pt x="0" y="5325357"/>
                </a:lnTo>
                <a:lnTo>
                  <a:pt x="838199" y="7331"/>
                </a:lnTo>
                <a:lnTo>
                  <a:pt x="7627977" y="5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8269225-F30F-1C89-96DF-1A94963A2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2025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13755923-F256-5CE2-B65E-72A9173F2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50E03411-DDF0-4362-AF9A-56E8E778E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A730614-0A01-9828-C844-93086EBDB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1BE7B31C-3C82-91F5-DD51-675A1AE468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4FA28F6E-04BA-12C4-FECE-2A903C7B3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D7D86E7C-5A4D-BC48-13C3-0E752E4C2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8CD9A2F-F4A7-17DD-5D7C-3995B44E9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012" y="1072610"/>
            <a:ext cx="3741827" cy="1281292"/>
          </a:xfrm>
          <a:effectLst/>
        </p:spPr>
        <p:txBody>
          <a:bodyPr anchor="ctr">
            <a:noAutofit/>
          </a:bodyPr>
          <a:lstStyle/>
          <a:p>
            <a:pPr algn="l"/>
            <a:r>
              <a:rPr lang="en-US" sz="4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60933-65C0-226C-E7E0-B44050446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1283" y="1262743"/>
            <a:ext cx="8344731" cy="4522647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large-cap portfolio designed for reduced volatility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a momentum strategy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of a VIX circuit breaker for capital preservation</a:t>
            </a:r>
          </a:p>
        </p:txBody>
      </p:sp>
    </p:spTree>
    <p:extLst>
      <p:ext uri="{BB962C8B-B14F-4D97-AF65-F5344CB8AC3E}">
        <p14:creationId xmlns:p14="http://schemas.microsoft.com/office/powerpoint/2010/main" val="2889791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66E90-DA94-4E94-E4EC-C06355437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67A1FC6-22FB-4EA7-B90A-C9F18FBE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246FDC4-DD97-431A-914A-9EB57A4A3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D4E68A2-74B0-42F5-BB75-2E1A7C201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319A3-B8AE-1B46-82D8-61C871BDF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9910" y="250171"/>
            <a:ext cx="7312015" cy="4522647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Universe &amp; Selection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20 S&amp;P 500 stocks by market capitalization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screened to top 10 by 4-month momentum score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variance optimized 2% floor, 25% cap per position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VIX Circuit Breaker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VIX monitor: trigger at 23, re-entry at 18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VIX ≥ 23 = 100% rotation to BIL (SPDR 1-3 Month T-Bill ETF)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VIX &lt; 18 = rebuild momentum portfolio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906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DE97E-6591-2152-8098-A968018B1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C57234-3468-05F6-6D6E-C4A719034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831AD40-3230-3278-A5D8-AB52DA121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9810C-BB10-A5B7-D24C-2B63257D8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2" y="685801"/>
            <a:ext cx="2743200" cy="5105400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Trading Signal and Market Inefficiency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E9C5C8-33A7-104D-F6F3-3C87C34A2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0927BBF-2998-882D-1464-08C8472A7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4283F16-C560-B1FA-6372-4184085E5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A44BEFB-ECA6-BFDE-FDA6-A6B03AE0C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BE0F5099-104C-A444-2ADE-C65A90BAE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748AE60-15BA-B62A-5844-5AC874A7E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9392D50B-9C63-65F3-5139-2AE2FB5464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3093A-D4F7-731D-C7D8-B8BD33229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3709" y="685801"/>
            <a:ext cx="7637400" cy="51054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Inefficiency being exploited: Momentum anomaly when markets underreact to information, causing winners to keep winning over 3-12 month horizons (Jegadeesh &amp; Titman 1993)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Signal: 4-month price momentum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Universe: Top 20 S&amp;P 500 by market cap largest, most liquid names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Selection: Top 10 by momentum score from that universe</a:t>
            </a:r>
          </a:p>
        </p:txBody>
      </p:sp>
    </p:spTree>
    <p:extLst>
      <p:ext uri="{BB962C8B-B14F-4D97-AF65-F5344CB8AC3E}">
        <p14:creationId xmlns:p14="http://schemas.microsoft.com/office/powerpoint/2010/main" val="101251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C190A-0567-C568-5F51-48D4150C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63F776B-7C57-9071-8779-FD76F81FD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7A96C347-693F-9DEB-274F-9C327A1059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945097A-2073-422D-A598-F76B99CB0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B14EAE0B-9E4A-5847-9E23-7B0FC1117A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D9343EF-B5B1-A37F-D2D2-4EC3F7BB1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3D2AA95A-4F8F-1BC3-EB19-21AB2D10DA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8285CEFB-748A-1E6C-8A64-C2252887EE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2FD9F50-1B55-9D1C-2E67-9A5CC9747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4FF0B7-89D9-B8DC-8397-10D010E69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CBBD2E2-66C2-5CFD-14A8-61F4F4216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DF23052-4B4B-3599-E643-52C9889F5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87" y="354083"/>
            <a:ext cx="8951913" cy="4671872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Generation Process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 top 20 S&amp;P 500 by market cap 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momentum score for each at every biweekly rebalance date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by score, select top 10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 into CVXPY minimum variance optimizer </a:t>
            </a:r>
          </a:p>
          <a:p>
            <a:pPr marL="0" indent="0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Momentum Score = (P[t-10] / P[t-90]) - 1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CVXPY Optimizer Function Used: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		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  =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cp.Minimize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cp.quad_form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cov_matrix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constraints = [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cp.sum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(w) == 1, w &gt;= 0.02, w &lt;= 0.25]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460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B1BDB70B-F0E6-4867-818F-C582494FB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7083" y="0"/>
            <a:ext cx="11134917" cy="6858000"/>
          </a:xfrm>
          <a:custGeom>
            <a:avLst/>
            <a:gdLst>
              <a:gd name="connsiteX0" fmla="*/ 7627977 w 11134917"/>
              <a:gd name="connsiteY0" fmla="*/ 0 h 6858000"/>
              <a:gd name="connsiteX1" fmla="*/ 8129873 w 11134917"/>
              <a:gd name="connsiteY1" fmla="*/ 0 h 6858000"/>
              <a:gd name="connsiteX2" fmla="*/ 11134917 w 11134917"/>
              <a:gd name="connsiteY2" fmla="*/ 0 h 6858000"/>
              <a:gd name="connsiteX3" fmla="*/ 11134917 w 11134917"/>
              <a:gd name="connsiteY3" fmla="*/ 6858000 h 6858000"/>
              <a:gd name="connsiteX4" fmla="*/ 8129873 w 11134917"/>
              <a:gd name="connsiteY4" fmla="*/ 6858000 h 6858000"/>
              <a:gd name="connsiteX5" fmla="*/ 7627977 w 11134917"/>
              <a:gd name="connsiteY5" fmla="*/ 6858000 h 6858000"/>
              <a:gd name="connsiteX6" fmla="*/ 7627977 w 11134917"/>
              <a:gd name="connsiteY6" fmla="*/ 6857419 h 6858000"/>
              <a:gd name="connsiteX7" fmla="*/ 1921931 w 11134917"/>
              <a:gd name="connsiteY7" fmla="*/ 6850814 h 6858000"/>
              <a:gd name="connsiteX8" fmla="*/ 0 w 11134917"/>
              <a:gd name="connsiteY8" fmla="*/ 5325357 h 6858000"/>
              <a:gd name="connsiteX9" fmla="*/ 838199 w 11134917"/>
              <a:gd name="connsiteY9" fmla="*/ 7331 h 6858000"/>
              <a:gd name="connsiteX10" fmla="*/ 7627977 w 11134917"/>
              <a:gd name="connsiteY10" fmla="*/ 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134917" h="6858000">
                <a:moveTo>
                  <a:pt x="7627977" y="0"/>
                </a:moveTo>
                <a:lnTo>
                  <a:pt x="8129873" y="0"/>
                </a:lnTo>
                <a:lnTo>
                  <a:pt x="11134917" y="0"/>
                </a:lnTo>
                <a:lnTo>
                  <a:pt x="11134917" y="6858000"/>
                </a:lnTo>
                <a:lnTo>
                  <a:pt x="8129873" y="6858000"/>
                </a:lnTo>
                <a:lnTo>
                  <a:pt x="7627977" y="6858000"/>
                </a:lnTo>
                <a:lnTo>
                  <a:pt x="7627977" y="6857419"/>
                </a:lnTo>
                <a:lnTo>
                  <a:pt x="1921931" y="6850814"/>
                </a:lnTo>
                <a:lnTo>
                  <a:pt x="0" y="5325357"/>
                </a:lnTo>
                <a:lnTo>
                  <a:pt x="838199" y="7331"/>
                </a:lnTo>
                <a:lnTo>
                  <a:pt x="7627977" y="5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E52C707-F508-47B5-8864-8CC3EE0F0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2025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066B5DD9-1C9B-4957-AF7C-8E11C7E88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8DF9D480-2CEE-4037-8C1B-6380686300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EBF6F7B8-E51D-495D-B944-B8E2E84C5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F43BB0F7-F9F4-4CFA-9277-2B671DC70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51F18A6-D926-4462-B110-63097184F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ED77B4F5-55D8-444A-9EFF-CAAA8CD69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414F46A-4FD3-5C4E-AE41-CE461DCD9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125" y="74031"/>
            <a:ext cx="9360625" cy="840370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Trading Rules and VIX Circuit Breaker</a:t>
            </a:r>
            <a:endParaRPr lang="en-US" sz="3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F5686-D351-687A-3C61-A2D8D9682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0949" y="743997"/>
            <a:ext cx="8805001" cy="1894428"/>
          </a:xfrm>
        </p:spPr>
        <p:txBody>
          <a:bodyPr anchor="ctr">
            <a:norm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Rule: Buy top 10 momentum stocks at biweekly rebalance when VIX &lt; 18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 Rule: Full liquidation to BIL when VIX ≥ 23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Re-entry rule: Rebuild momentum portfolio when VIX &lt; 18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Rebalance rule: Every 14 calendar days re-run momentum screen, reoptimize, trade delta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Drift rule: Only trade if position drifts more than 2% from target</a:t>
            </a:r>
          </a:p>
          <a:p>
            <a:pPr marL="0" indent="0">
              <a:buNone/>
            </a:pP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A2C694-65D7-7B27-CC2D-7FA89DEA8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955" y="2352146"/>
            <a:ext cx="8701088" cy="443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75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862ED-557C-8FD5-0AC6-6ECFBFF34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687CCA-93DD-CA0B-32BF-BB7846C77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FB5DA33-A950-D5CC-521F-A6CC89A10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F2B6B-36C9-6485-1753-48A33DA2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2" y="685801"/>
            <a:ext cx="2925542" cy="510540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 Framework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FD7026-4EA5-AFC1-F92F-0E08BC7C0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D858254C-7DEA-E7F5-06EE-E1AA67D85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33919F7F-03E4-0E2C-7FA8-6E16180C79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B8DD90A9-8DB3-809F-E3E2-CDEEF34FE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5C0D70E-0E9F-E3A1-923E-2BC115569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F5276BE-6203-D645-141F-ED85C000F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8319BF84-8DFD-B183-A675-ACCCD1FCE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D341E-E97B-F0CE-F210-EC33ECFBB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106" y="685801"/>
            <a:ext cx="6385918" cy="51054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control: CVXPY minimum variance optimizer limits portfolio variance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centration Limit: 25% maximum per position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Diversification floor: 2% minimum per position — always 10 names held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 overlay: VIX circuit breaker removes all equity exposure during fear spikes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haven: BIL SPDR 1-3 month T-bills, near-zero duration, near-zero credit risk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costs: 5 bps per trade modeled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Execution: Alpaca Markets paper trading API, market orders, DAY time-in-force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Alpaca IEX for prices and execution,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yfinance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VIX (Alpaca did not carry VIX index data)</a:t>
            </a:r>
          </a:p>
        </p:txBody>
      </p:sp>
    </p:spTree>
    <p:extLst>
      <p:ext uri="{BB962C8B-B14F-4D97-AF65-F5344CB8AC3E}">
        <p14:creationId xmlns:p14="http://schemas.microsoft.com/office/powerpoint/2010/main" val="1408350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D5FAC0-48FE-0915-E41F-DA27DFE16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FBFDC51-06C8-5BA1-F66F-50DEA5D79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07D11375-2A97-FBFB-1B79-23DDF62AB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BE90A324-8094-B2D7-23D6-2F466C8F6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D7B7688F-9B89-AABD-13A8-FC1DF8112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1FDD5096-5157-F805-49C2-894276375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E3D680CC-B779-88E4-535E-BD6AE35F4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BDDAA4F4-2C69-90CA-6600-4527875D0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C981196-03EE-5A29-CCC5-24CDBC136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D28F2C9-573A-D704-F4A0-7C4A6D807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B9FC7E4-B382-13BD-2FA9-59A877DED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86D6CE-F0E0-E31B-653D-9865ED23D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553" y="241554"/>
            <a:ext cx="3822917" cy="901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Backtest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104D97-7A38-5B50-6961-4E4C867E9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5" y="2279586"/>
            <a:ext cx="3132829" cy="33352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037C7F-1CF4-A3BA-6668-03D2F546A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715" y="2267134"/>
            <a:ext cx="8915400" cy="4476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20EC7E-455A-FD95-88F5-502912B67E75}"/>
              </a:ext>
            </a:extLst>
          </p:cNvPr>
          <p:cNvSpPr txBox="1"/>
          <p:nvPr/>
        </p:nvSpPr>
        <p:spPr>
          <a:xfrm>
            <a:off x="435861" y="1045291"/>
            <a:ext cx="113202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defensive capital preservation portfolio, the model achieved a 46.33% total return (9.51% CAGR) compared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SPY total return of 55.31% (11.08% CAGR) for the same 4.2 year testing period.  Notably, the model had a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 ratio of 0.867 (SPY 0.646), and the maximum drawdown was reduced to -11.89% compared to -17.32% for SPY.</a:t>
            </a:r>
          </a:p>
        </p:txBody>
      </p:sp>
    </p:spTree>
    <p:extLst>
      <p:ext uri="{BB962C8B-B14F-4D97-AF65-F5344CB8AC3E}">
        <p14:creationId xmlns:p14="http://schemas.microsoft.com/office/powerpoint/2010/main" val="3365899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B283D-94C8-A66C-3B14-1A4C27B0A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AB385-8B38-98D9-4580-CB45A7ECC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1"/>
            <a:ext cx="9881683" cy="65989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Refinement and Potential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7677E-1412-88D3-9436-B78896C92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0613" y="986029"/>
            <a:ext cx="10156003" cy="3293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versions of trial-and-error were used to achieve the optimal VIX signals.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of previous attempts: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The maximum drawdown converged at V2 and V3, but the VIX still impacted return percentage.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304959-64E1-1A34-4D58-6094BAD6B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511330"/>
              </p:ext>
            </p:extLst>
          </p:nvPr>
        </p:nvGraphicFramePr>
        <p:xfrm>
          <a:off x="2361150" y="1807464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2055885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5652522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034606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2793605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48962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VIX Trigger/ Re-entry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 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CAGR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07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25/20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-12.76%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075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27/22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-11.89%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9.08%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2742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23/18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-11.89%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1315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84F64C-04AF-0AC1-31BC-02BF715B1C22}"/>
              </a:ext>
            </a:extLst>
          </p:cNvPr>
          <p:cNvSpPr txBox="1"/>
          <p:nvPr/>
        </p:nvSpPr>
        <p:spPr>
          <a:xfrm>
            <a:off x="2029968" y="4279392"/>
            <a:ext cx="87416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Bias:  There is a potential survivorship bias due to the selection of the universe of stocks chosen in April 2026.  The large-cap selection process and momentum screening offer potential mitigation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Capacity: Since the strategy relies on large cap stocks with momentum, the strategy scales to institutional levels of assets under management without meaningful market impact. </a:t>
            </a:r>
          </a:p>
        </p:txBody>
      </p:sp>
    </p:spTree>
    <p:extLst>
      <p:ext uri="{BB962C8B-B14F-4D97-AF65-F5344CB8AC3E}">
        <p14:creationId xmlns:p14="http://schemas.microsoft.com/office/powerpoint/2010/main" val="4102422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F2885-AC24-2710-ECC7-EE188D3C1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79ECA-CF42-A772-B434-596386BDA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9114" y="341768"/>
            <a:ext cx="5133772" cy="590739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94218-96C3-FC28-7302-46F64DFC5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6738" y="1707332"/>
            <a:ext cx="10018713" cy="3124201"/>
          </a:xfrm>
        </p:spPr>
        <p:txBody>
          <a:bodyPr>
            <a:normAutofit fontScale="85000" lnSpcReduction="20000"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Fama-French Momentum Factor: Fama, E. F., &amp; French, K. R. (1996). Multifactor explanations of asset pricing anomalies. Journal of Finance, 51(1), 55–84.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https://doi.org/10.1111/j.1540-6261.1996.tb05202.x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JEGADEESH, N. and TITMAN, S. (1993), Returns to Buying Winners and Selling Losers: Implications for Stock Market Efficiency. The Journal of Finance, 48: 65-91.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https://doi-org.uc.idm.oclc.org/10.1111/j.1540-6261.1993.tb04702.x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5E97EF-AE7E-1116-E349-3D014DEBD8F1}"/>
              </a:ext>
            </a:extLst>
          </p:cNvPr>
          <p:cNvSpPr txBox="1"/>
          <p:nvPr/>
        </p:nvSpPr>
        <p:spPr>
          <a:xfrm>
            <a:off x="2156065" y="950587"/>
            <a:ext cx="787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https://github.com/benjamin-tallman/Capital-Preservation-VIX-Circuit-Breaker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70881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314</TotalTime>
  <Words>863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Corbel</vt:lpstr>
      <vt:lpstr>Times New Roman</vt:lpstr>
      <vt:lpstr>Parallax</vt:lpstr>
      <vt:lpstr>FIN7053 – Algorithmic Trading Final Project  Benjamin Tallman </vt:lpstr>
      <vt:lpstr>Momentum-Driven  Capital Preservation Portfolio</vt:lpstr>
      <vt:lpstr>The Gap to Fill</vt:lpstr>
      <vt:lpstr>The Proposal</vt:lpstr>
      <vt:lpstr>PowerPoint Presentation</vt:lpstr>
      <vt:lpstr>Trading Signal and Market Inefficiency</vt:lpstr>
      <vt:lpstr>PowerPoint Presentation</vt:lpstr>
      <vt:lpstr>Trading Rules and VIX Circuit Breaker</vt:lpstr>
      <vt:lpstr>Risk Management Framework</vt:lpstr>
      <vt:lpstr>Backtest Results</vt:lpstr>
      <vt:lpstr>Model Refinement and Potential Bias</vt:lpstr>
      <vt:lpstr>GitHub Repository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Tallman</dc:creator>
  <cp:lastModifiedBy>Benjamin Tallman</cp:lastModifiedBy>
  <cp:revision>1</cp:revision>
  <cp:lastPrinted>2026-04-22T03:05:54Z</cp:lastPrinted>
  <dcterms:created xsi:type="dcterms:W3CDTF">2026-04-19T00:52:08Z</dcterms:created>
  <dcterms:modified xsi:type="dcterms:W3CDTF">2026-04-22T03:21:42Z</dcterms:modified>
</cp:coreProperties>
</file>